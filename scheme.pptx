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A2"/>
    <a:srgbClr val="F23F60"/>
    <a:srgbClr val="C9BD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94"/>
    <p:restoredTop sz="94690"/>
  </p:normalViewPr>
  <p:slideViewPr>
    <p:cSldViewPr snapToGrid="0">
      <p:cViewPr varScale="1">
        <p:scale>
          <a:sx n="127" d="100"/>
          <a:sy n="127" d="100"/>
        </p:scale>
        <p:origin x="176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D4478-CCD8-774A-9D59-BD4162F7637D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877AB-8F94-0442-BE6E-9248128A5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9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94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16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7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09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93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96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26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9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8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5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5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73EBB-ADF7-6E4F-B372-817ED8E9D359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8C7362-7CA6-C340-B105-46D6D5405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1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D1FD947-B98A-5A7A-3472-785E79975006}"/>
              </a:ext>
            </a:extLst>
          </p:cNvPr>
          <p:cNvSpPr/>
          <p:nvPr/>
        </p:nvSpPr>
        <p:spPr>
          <a:xfrm rot="2699133" flipH="1">
            <a:off x="3782957" y="-14022"/>
            <a:ext cx="3441249" cy="6896642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18E2843-1140-68E9-E5F1-CA7D482DA452}"/>
              </a:ext>
            </a:extLst>
          </p:cNvPr>
          <p:cNvSpPr/>
          <p:nvPr/>
        </p:nvSpPr>
        <p:spPr>
          <a:xfrm rot="18900867">
            <a:off x="1934064" y="-14023"/>
            <a:ext cx="3441249" cy="68966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5FCDCBC5-4212-87C9-8AB4-548A58A64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673" y="8467"/>
            <a:ext cx="3987799" cy="3987799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258093E5-F852-FBDF-28AD-7F11513C7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994" y="2336800"/>
            <a:ext cx="3987799" cy="398779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E3EA75CB-1348-3707-CD90-A523FEE33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37" y="127664"/>
            <a:ext cx="3987799" cy="398779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692B2A4-DDF2-5154-C10F-CB24951CD8F8}"/>
              </a:ext>
            </a:extLst>
          </p:cNvPr>
          <p:cNvSpPr txBox="1"/>
          <p:nvPr/>
        </p:nvSpPr>
        <p:spPr>
          <a:xfrm>
            <a:off x="2248411" y="348735"/>
            <a:ext cx="695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7EB954-0445-66F6-4A77-F98D3F5F0795}"/>
              </a:ext>
            </a:extLst>
          </p:cNvPr>
          <p:cNvSpPr txBox="1"/>
          <p:nvPr/>
        </p:nvSpPr>
        <p:spPr>
          <a:xfrm>
            <a:off x="4366388" y="2533545"/>
            <a:ext cx="695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(C)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9174A8-9D14-723F-CD78-A343C7B30984}"/>
              </a:ext>
            </a:extLst>
          </p:cNvPr>
          <p:cNvSpPr txBox="1"/>
          <p:nvPr/>
        </p:nvSpPr>
        <p:spPr>
          <a:xfrm>
            <a:off x="6547657" y="188792"/>
            <a:ext cx="695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590136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14233</TotalTime>
  <Words>9</Words>
  <Application>Microsoft Macintosh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Mahbod Mehrvarz</dc:creator>
  <cp:lastModifiedBy>Mahbod Mehrvarz</cp:lastModifiedBy>
  <cp:revision>9</cp:revision>
  <dcterms:created xsi:type="dcterms:W3CDTF">2025-03-05T17:47:56Z</dcterms:created>
  <dcterms:modified xsi:type="dcterms:W3CDTF">2026-02-07T18:13:27Z</dcterms:modified>
</cp:coreProperties>
</file>